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17320"/>
            <a:ext cx="8138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02020"/>
                </a:solidFill>
                <a:latin typeface="Microsoft YaHei"/>
                <a:ea typeface="Microsoft YaHei"/>
              </a:rPr>
              <a:t>近期工作内容：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02020"/>
                </a:solidFill>
                <a:latin typeface="Microsoft YaHei"/>
                <a:ea typeface="Microsoft YaHei"/>
              </a:rPr>
              <a:t>1. 时序融合模块实验：GRU 基线 → RSSM（v1–v3 → 现在的版本）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02020"/>
                </a:solidFill>
                <a:latin typeface="Microsoft YaHei"/>
                <a:ea typeface="Microsoft YaHei"/>
              </a:rPr>
              <a:t>2. 训练结果与消融实验（三 seed 复现）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02020"/>
                </a:solidFill>
                <a:latin typeface="Microsoft YaHei"/>
                <a:ea typeface="Microsoft YaHei"/>
              </a:rPr>
              <a:t>3. 逐类别分析：Truck / Pedestrian / Cyclist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02020"/>
                </a:solidFill>
                <a:latin typeface="Microsoft YaHei"/>
                <a:ea typeface="Microsoft YaHei"/>
              </a:rPr>
              <a:t>4. 问题与下一步计划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595959"/>
                </a:solidFill>
                <a:latin typeface="Microsoft YaHei"/>
                <a:ea typeface="Microsoft YaHei"/>
              </a:rPr>
              <a:t>实验均在 R4Det + TJ4D 上进行，训练与评估记录见 docs/training_runs_full.md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1. 基线：R4Det（radar + camera 双路 BEV 检测）</a:t>
            </a:r>
          </a:p>
        </p:txBody>
      </p:sp>
      <p:pic>
        <p:nvPicPr>
          <p:cNvPr id="4" name="Picture 3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4892040" cy="35276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23560" y="100584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02020"/>
                </a:solidFill>
                <a:latin typeface="Microsoft YaHei"/>
                <a:ea typeface="Microsoft YaHei"/>
              </a:rPr>
              <a:t>雷达支路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02020"/>
                </a:solidFill>
                <a:latin typeface="Microsoft YaHei"/>
                <a:ea typeface="Microsoft YaHei"/>
              </a:rPr>
              <a:t>0.16m pillar → Scatter → SECOND+FPN，384ch BEV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020"/>
                </a:solidFill>
                <a:latin typeface="Microsoft YaHei"/>
                <a:ea typeface="Microsoft YaHei"/>
              </a:rPr>
              <a:t>相机支路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02020"/>
                </a:solidFill>
                <a:latin typeface="Microsoft YaHei"/>
                <a:ea typeface="Microsoft YaHei"/>
              </a:rPr>
              <a:t>ResNet50 + 深度 + LSS，256ch BEV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020"/>
                </a:solidFill>
                <a:latin typeface="Microsoft YaHei"/>
                <a:ea typeface="Microsoft YaHei"/>
              </a:rPr>
              <a:t>融合与检测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02020"/>
                </a:solidFill>
                <a:latin typeface="Microsoft YaHei"/>
                <a:ea typeface="Microsoft YaHei"/>
              </a:rPr>
              <a:t>拼接卷积融合（640→256）→ 12 anchor × 4 类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020"/>
                </a:solidFill>
                <a:latin typeface="Microsoft YaHei"/>
                <a:ea typeface="Microsoft YaHei"/>
              </a:rPr>
              <a:t>数据集 TJ4D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02020"/>
                </a:solidFill>
                <a:latin typeface="Microsoft YaHei"/>
                <a:ea typeface="Microsoft YaHei"/>
              </a:rPr>
              <a:t>train 5706 / val 2040 帧；Car 48.4%、Ped 13.5%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02020"/>
                </a:solidFill>
                <a:latin typeface="Microsoft YaHei"/>
                <a:ea typeface="Microsoft YaHei"/>
              </a:rPr>
              <a:t>为什么做时序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02020"/>
                </a:solidFill>
                <a:latin typeface="Microsoft YaHei"/>
                <a:ea typeface="Microsoft YaHei"/>
              </a:rPr>
              <a:t>雷达单帧点云稀疏，BEV 特征帧间不稳 → 把历史帧信息聚合进当前帧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2. 时序融合：GRU 基线 → RSSM v1–v3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813816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3949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版本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改动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BEST (18e)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GRU 基线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上一帧 BEV 特征 + 门控融合（无内部状态）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34.50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RSSM v1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加 prior/posterior/KL；kl_scale=0.1、free_nats=0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30.89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RSSM v2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KL 超参放开（1.0 / 1.0），从 v1 续训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34.01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RSSM v3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logstd 加上界防方差爆炸，从头训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33.77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560320"/>
            <a:ext cx="8138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020"/>
                </a:solidFill>
                <a:latin typeface="Microsoft YaHei"/>
                <a:ea typeface="Microsoft YaHei"/>
              </a:rPr>
              <a:t>日志诊断出的三个问题：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① KL 项收敛后恒等于 free_nats 常数、梯度为 0（推理不走 prior，对 AP 中性，见第 8 节）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② velocity 分支输入恒为零（TJ4D 没有 ego 位姿标注）→ 直接删掉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③ 输出层零初始化使 z 起步零贡献、起步慢 → 改 Xavier，残差保留</a:t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202020"/>
                </a:solidFill>
                <a:latin typeface="Microsoft YaHei"/>
                <a:ea typeface="Microsoft YaHei"/>
              </a:rPr>
              <a:t>结论：</a:t>
            </a: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v2/v3 与 GRU 同档，差距不在 KL 超参，在模块细节和训练安排。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3. 现在的 RSSM 模块（MotionAlignedRSSMFusion）</a:t>
            </a:r>
          </a:p>
        </p:txBody>
      </p:sp>
      <p:pic>
        <p:nvPicPr>
          <p:cNvPr id="4" name="Picture 3" descr="gm_rs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932688"/>
            <a:ext cx="6309360" cy="3374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138928"/>
            <a:ext cx="8138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h：确定性状态（ConvGRU + deform 对齐到当前帧）；z：随机状态（prior / posterior）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训练：z 从后验采样，加 KL 与重建损失；推理：z 取后验均值，prior 不参与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输出 = output_proj(z) + feat 残差；截断 BPTT=1（只回传最近一帧历史）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4. 训练设置与两次关键提升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AdamW 1.5e-4，Cosine 退火；3 卡 × batch 2 × 累积 2 = 有效 batch 12；24 epoch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KL warmup：ep0–10 从 0 线性升到 1.0；每 epoch 验证一次；三 seed 均为 deterministic 推理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两次提升：① 官方 TJ4D 预训练权重 ② 检测头 v2（Ped 3 组 anchor、关方向分类、IoU 分支）</a:t>
            </a:r>
          </a:p>
        </p:txBody>
      </p:sp>
      <p:pic>
        <p:nvPicPr>
          <p:cNvPr id="5" name="Picture 4" descr="gm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240280"/>
            <a:ext cx="6766560" cy="25177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4794645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各阶段 BEST Overall 3D moderate（同一主干，逐级叠加改动）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5. 训练结果：三 seed 复现</a:t>
            </a:r>
          </a:p>
        </p:txBody>
      </p:sp>
      <p:pic>
        <p:nvPicPr>
          <p:cNvPr id="4" name="Picture 3" descr="gm_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2688"/>
            <a:ext cx="7589520" cy="3441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411023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验证集 Overall 3D moderate 逐 epoch 曲线（work_dirs 日志）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38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seed0 39.88 / seed1 40.51 / seed2 40.88 → 均值 </a:t>
            </a:r>
            <a:r>
              <a:rPr sz="1400" b="1">
                <a:solidFill>
                  <a:srgbClr val="C03030"/>
                </a:solidFill>
                <a:latin typeface="Microsoft YaHei"/>
                <a:ea typeface="Microsoft YaHei"/>
              </a:rPr>
              <a:t>40.42 ± 0.51</a:t>
            </a:r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（deterministic，24e）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峰值集中在 ep12–16；取 seed2 ep14 = 40.88 作为 checkpoint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202020"/>
                </a:solidFill>
                <a:latin typeface="Microsoft YaHei"/>
                <a:ea typeface="Microsoft YaHei"/>
              </a:rPr>
              <a:t>No-Temporal 35.59</a:t>
            </a:r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：同配置去掉时序融合，净收益 </a:t>
            </a:r>
            <a:r>
              <a:rPr sz="1400" b="1">
                <a:solidFill>
                  <a:srgbClr val="202020"/>
                </a:solidFill>
                <a:latin typeface="Microsoft YaHei"/>
                <a:ea typeface="Microsoft YaHei"/>
              </a:rPr>
              <a:t>+4.83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6. 逐类别结果（3D moderate，各 seed BEST epoch）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32688"/>
          <a:ext cx="813816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554480"/>
                <a:gridCol w="1554480"/>
                <a:gridCol w="1554480"/>
                <a:gridCol w="1554480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类别 · 口径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seed0 (ep16)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seed1 (ep15)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seed2 (ep14)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均值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Pedestrian · strict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0.10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0.15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0.12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0.12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Pedestrian · loose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28.64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30.39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31.32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30.12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Cyclist · strict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23.17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26.64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28.07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25.96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Cyclist · loose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50.47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49.36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50.09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49.97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Car · strict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49.98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47.49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51.35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49.60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Car · loose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69.20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72.57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75.77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72.52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Truck · strict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30.43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34.79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30.76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31.99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Truck · loose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49.44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51.58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52.01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51.01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Overall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39.88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40.51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40.88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40.42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49039"/>
            <a:ext cx="8138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Pedestrian strict 三个 seed 都是 0.1 上下：瓶颈在 anchor 几何（λ-recall@0.5 只有 4.5%），不是训练没练好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Car loose 波动最大（69.2–75.8）；Overall 口径 = Car/Truck strict + Ped/Cyc loose 取均值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7. 消融：RSSM 的组件是不是都有用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32688"/>
          <a:ext cx="813816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48056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改动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窗口均值 (ep12–16)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No-Temporal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去掉时序融合，其余不变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34.65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Deterministic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删随机性，z 取后验均值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37.08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FixedNoise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z = μ + 0.1·N(0, I)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36.35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Learnable-std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删 prior，保留可学习 std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37.04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KL = 0（三 seed）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关掉 KL 梯度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37.94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完整 RSSM（主线）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prior/posterior + KL + 采样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39.00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081528"/>
            <a:ext cx="8138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确定性传播（对齐 + GRU + 重建 + 残差）贡献约 +2.4，随机建模再贡献约 +1.9</a:t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202020"/>
                </a:solidFill>
                <a:latin typeface="Microsoft YaHei"/>
                <a:ea typeface="Microsoft YaHei"/>
              </a:rPr>
              <a:t>KL=0 单 seed 曾到 40.35，但三 seed 只有 37.94（seed2 −4.03）→ KL 不能删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固定噪声、可学习 std 都不如完整采样；随机建模的两部分要一起用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8. KL 项的现象：posterior collapse</a:t>
            </a:r>
          </a:p>
        </p:txBody>
      </p:sp>
      <p:pic>
        <p:nvPicPr>
          <p:cNvPr id="4" name="Picture 3" descr="gm_kl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2688"/>
            <a:ext cx="7589520" cy="3000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969771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主线 run 训练日志 stat_* 字段按 epoch 取均值（左：对数轴）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26280"/>
            <a:ext cx="8138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kl_raw 从 15 收敛到 ≈0.12，clamped_ratio = 100%：KL 全被 free_nats 钳住，梯度为 0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prior / posterior 的 std、μ 差距收敛到 0.01–0.06 量级（不同 run 略有差异）→ prior 退化成后验的复制品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推理不走 prior，所以对 AP 中性；但删掉 KL 多 seed 会掉（上一节）→ 训练期仍然必要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9. 类别专项：Truck 回归三轮都没通过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32688"/>
          <a:ext cx="813816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188720"/>
                <a:gridCol w="1188720"/>
                <a:gridCol w="118872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方案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Truck Δ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Car Δ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Cyclist Δ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  <a:solidFill>
                      <a:srgbClr val="EFEF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残差 refine（dx,dy,dl）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+2.85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+1.38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−4.94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未过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refine + 输入 detach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−2.79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−1.38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−5.11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未过，否证梯度干扰假设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独立回归 tower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+1.46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+3.03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−5.65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</a:rPr>
                        <a:t>未过</a:t>
                      </a:r>
                    </a:p>
                  </a:txBody>
                  <a:tcPr marL="54864" marR="54864" marT="18288" marB="18288" anchor="ctr">
                    <a:lnL w="6350" cap="flat">
                      <a:solidFill>
                        <a:srgbClr val="808080"/>
                      </a:solidFill>
                    </a:lnL>
                    <a:lnR w="6350" cap="flat">
                      <a:solidFill>
                        <a:srgbClr val="808080"/>
                      </a:solidFill>
                    </a:lnR>
                    <a:lnT w="6350" cap="flat">
                      <a:solidFill>
                        <a:srgbClr val="808080"/>
                      </a:solidFill>
                    </a:lnT>
                    <a:lnB w="6350" cap="flat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258568"/>
            <a:ext cx="8138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三轮都撞同一条线：Truck 涨点必伴随 Cyclist 大跌 —— 共享 BEV 特征容量是零和的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前置诊断：Truck 首要问题是定位（中心 1.41m / 长轴 3.02m），不是分类</a:t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202020"/>
                </a:solidFill>
                <a:latin typeface="Microsoft YaHei"/>
                <a:ea typeface="Microsoft YaHei"/>
              </a:rPr>
              <a:t>处理：Truck 回归路线停止；类别级改动需要从结构上分离（类专属头），后续讨论是否立项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10. Cyclist 分类残差分支（进行中）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138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做法：给 Cyclist 的 12 个 logit 通道加一个 3×3 残差分支（零初始化，等效恒等起步），其余不动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seed0：40.64（+1.18），Cyclist 只 −0.72 —— 相比共享 stem 的 −4.68 修复了大半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seed1：四项全 fail（Ped −3.78 / Truck −3.03），复现失败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seed2：9.19 已启动，等出分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8138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020"/>
                </a:solidFill>
                <a:latin typeface="Microsoft YaHei"/>
                <a:ea typeface="Microsoft YaHei"/>
              </a:rPr>
              <a:t>目前的判断：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跨 seed 唯一稳健的信号是 Car strict +2.9；Overall 提升没有被第二个 seed 支持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诊断显示 Cyclist 的瓶颈在分数排序（oracle recall 只差 0.013，AP 却差 5+），不在召回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实验记录：docs/training_runs_full.md · work_dirs 训练日志（2026.7 – 2026.9）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Microsoft YaHei"/>
                <a:ea typeface="Microsoft YaHei"/>
              </a:rPr>
              <a:t>11. 问题与下一步计划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138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020"/>
                </a:solidFill>
                <a:latin typeface="Microsoft YaHei"/>
                <a:ea typeface="Microsoft YaHei"/>
              </a:rPr>
              <a:t>还没解决的问题：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① Pedestrian strict ≈ 0：0.32m BEV + anchor 几何的上限，换头 / 加 anchor / 高分辨率支线七轮都没用，需要换思路（point/center 头 + 输入稠密化）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② Car–Truck 混淆与 Truck 定位差（中心 1.41m / 长轴 3.02m）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③ Cyclist 掉点来自分数排序质量，不是召回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④ posterior collapse：随机性实际没有兑现，z 接近确定性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94760"/>
            <a:ext cx="8138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202020"/>
                </a:solidFill>
                <a:latin typeface="Microsoft YaHei"/>
                <a:ea typeface="Microsoft YaHei"/>
              </a:rPr>
              <a:t>下一步：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1. 等 CycCls seed2 出分，三 seed 配对后正式定性该分支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2. 仓库清理：主配置回退 clean（去掉 shared_stem），修复 GRU 基线模块缺失的 return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3. 论文口径定稿：主表 40.42±0.51，消融与失败分析进附录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</a:rPr>
              <a:t>4. 待讨论：Truck 类分离 tower、Pedestrian 换范式是否立项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6309360"/>
            <a:ext cx="53949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